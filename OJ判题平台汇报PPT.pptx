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OJ 在线判题平台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数据库原理及应用 · 课程设计汇报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62095" cy="3657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Microsoft YaHei"/>
              </a:defRPr>
            </a:pPr>
            <a:r>
              <a:t>技术栈：Python Flask + C++ Judge Core + MySQL 8.0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安徽工业大学 · 计算机科学与技术学院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项目定位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轻量级在线判题（Online Judge）平台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面向程序设计类课程的自动化代码评测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覆盖题目管理 → 提交判题 → 成绩统计 → 论坛交流 → 比赛竞技完整闭环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技术架构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Web 后端：Python Flask（27条路由）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判题核心：C++ 独立子进程（Win32 API 资源控制）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数据库：MySQL 8.0 + InnoDB（8表 + 3视图 + 3存储过程 + 2触发器）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前端：原生 HTML/CSS + Jinja2 模板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角色体系（RBAC）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管理员（Admin）：创建/编辑题目、管理测试数据、创建比赛、管理论坛（删除/置顶帖子）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学生（Student）：注册登录、浏览题目、提交代码、查看排名、参与论坛、报名与参加比赛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安全机制：Session 会话 + 装饰器权限控制（@login_required / @admin_required）+ SHA-256 密码哈希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数据库设计 — E-R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users ────1───&lt;提交&gt;───N──── submissions</a:t>
            </a:r>
            <a:br/>
            <a:r>
              <a:t>  │                                   │</a:t>
            </a:r>
            <a:br/>
            <a:r>
              <a:t>  │1                                  N</a:t>
            </a:r>
            <a:br/>
            <a:r>
              <a:t>  │                                   │</a:t>
            </a:r>
            <a:br/>
            <a:r>
              <a:t>  &lt;发帖&gt;                             &lt;属于&gt;</a:t>
            </a:r>
            <a:br/>
            <a:r>
              <a:t>  │                                   │</a:t>
            </a:r>
            <a:br/>
            <a:r>
              <a:t>  N                                   │1</a:t>
            </a:r>
            <a:br/>
            <a:r>
              <a:t>  │                                   │</a:t>
            </a:r>
            <a:br/>
            <a:r>
              <a:t>forum_posts                      problems ────1───&lt;包含&gt;───N─── test_cases</a:t>
            </a:r>
            <a:br/>
            <a:r>
              <a:t>                                    │</a:t>
            </a:r>
            <a:br/>
            <a:r>
              <a:t>                         M:N        │        M:N</a:t>
            </a:r>
            <a:br/>
            <a:r>
              <a:t>               contest_problems ───┘──── contest_registrations</a:t>
            </a:r>
            <a:br/>
            <a:r>
              <a:t>                         │                       │</a:t>
            </a:r>
            <a:br/>
            <a:r>
              <a:t>                     contests ──────────────────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029200"/>
            <a:ext cx="3657600" cy="1554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一对多关系 (1:N)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users → submissions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users → forum_posts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problems → test_cases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problems →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5029200"/>
            <a:ext cx="3657600" cy="1554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多对多关系 (M:N)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contests ↔ problems (关联表)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contests ↔ users (报名表)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含 UNIQUE 复合约束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含 ON DELETE CASCADE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5029200"/>
            <a:ext cx="3474720" cy="1554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数据完整性保障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外键约束统一 CASCADE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UNIQUE 防止重复关联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触发器自动维护字段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ENUM 约束状态取值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数据库高级特性 — 视图 / 存储过程 / 触发器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3 个视图 (Views)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v_student_progress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学生成绩聚合（通过题数/通过率）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v_problem_analysis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题目难度分析（提交总数/通过率）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v_recent_activity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平台最近提交动态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56616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3 个存储过程 (Procedures)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sp_student_ranking(min_sub)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参数化学生成绩排名查询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sp_problem_detail(pid)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多结果集返回题目统计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sp_contest_ranking(cid)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ACM赛制排名（含子查询）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2 个触发器 (Triggers)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trg_users_before_insert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INSERT时自动设置默认昵称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(NEW.nickname = username)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trg_submissions_before_update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UPDATE时自动记录状态变更时间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(NEW.status != OLD.status)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数据库高级特性 —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-- 视图：学生成绩统计</a:t>
            </a:r>
            <a:br/>
            <a:r>
              <a:t>CREATE VIEW v_student_progress AS</a:t>
            </a:r>
            <a:br/>
            <a:r>
              <a:t>SELECT u.username, u.nickname,</a:t>
            </a:r>
            <a:br/>
            <a:r>
              <a:t>  COUNT(s.id) AS total_submissions,</a:t>
            </a:r>
            <a:br/>
            <a:r>
              <a:t>  SUM(CASE WHEN s.status='Accepted' THEN 1 ELSE 0 END) AS accepted_count,</a:t>
            </a:r>
            <a:br/>
            <a:r>
              <a:t>  COUNT(DISTINCT CASE WHEN s.status='Accepted' THEN s.problem_id END) AS problems_passed,</a:t>
            </a:r>
            <a:br/>
            <a:r>
              <a:t>  ROUND(SUM(CASE WHEN s.status='Accepted' THEN 1 ELSE 0 END)*100.0/COUNT(s.id),1) AS pass_rate</a:t>
            </a:r>
            <a:br/>
            <a:r>
              <a:t>FROM users u LEFT JOIN submissions s ON u.id=s.user_id</a:t>
            </a:r>
            <a:br/>
            <a:r>
              <a:t>WHERE u.role='student' GROUP BY u.id;</a:t>
            </a:r>
            <a:br/>
            <a:br/>
            <a:r>
              <a:t>-- 存储过程：学生成绩排名（带参数）</a:t>
            </a:r>
            <a:br/>
            <a:r>
              <a:t>CREATE PROCEDURE sp_student_ranking(IN min_sub INT)</a:t>
            </a:r>
            <a:br/>
            <a:r>
              <a:t>BEGIN</a:t>
            </a:r>
            <a:br/>
            <a:r>
              <a:t>  IF min_sub IS NULL OR min_sub &lt; 1 THEN SET min_sub = 1; END IF;</a:t>
            </a:r>
            <a:br/>
            <a:r>
              <a:t>  SELECT u.username, u.nickname,</a:t>
            </a:r>
            <a:br/>
            <a:r>
              <a:t>    COUNT(s.id) AS submissions,</a:t>
            </a:r>
            <a:br/>
            <a:r>
              <a:t>    SUM(CASE WHEN s.status='Accepted' THEN 1 ELSE 0 END) AS passed,</a:t>
            </a:r>
            <a:br/>
            <a:r>
              <a:t>    ROUND(SUM(CASE WHEN s.status='Accepted' THEN 1 ELSE 0 END)*100.0/COUNT(s.id),1) AS rate</a:t>
            </a:r>
            <a:br/>
            <a:r>
              <a:t>  FROM users u JOIN submissions s ON u.id=s.user_id</a:t>
            </a:r>
            <a:br/>
            <a:r>
              <a:t>  WHERE u.role='student' GROUP BY u.id HAVING COUNT(s.id) &gt;= min_sub;</a:t>
            </a:r>
            <a:br/>
            <a:r>
              <a:t>END;</a:t>
            </a:r>
            <a:br/>
            <a:br/>
            <a:r>
              <a:t>-- 触发器：自动设置默认昵称</a:t>
            </a:r>
            <a:br/>
            <a:r>
              <a:t>CREATE TRIGGER trg_users_before_insert BEFORE INSERT ON users FOR EACH ROW</a:t>
            </a:r>
            <a:br/>
            <a:r>
              <a:t>BEGIN</a:t>
            </a:r>
            <a:br/>
            <a:r>
              <a:t>  IF NEW.nickname IS NULL OR NEW.nickname='' THEN</a:t>
            </a:r>
            <a:br/>
            <a:r>
              <a:t>    SET NEW.nickname = NEW.username;</a:t>
            </a:r>
            <a:br/>
            <a:r>
              <a:t>  END IF;</a:t>
            </a:r>
            <a:br/>
            <a:r>
              <a:t>END;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数据表结构总览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45720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字段数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用户认证信息，ENUM角色字段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题目信息（描述/格式/时限/内存）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test_cases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测试输入输出，CASCADE删除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submissions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提交记录，含JSON判题详情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forum_posts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论坛帖子，支持图片/视频URL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contests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比赛信息（开始/结束时间）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contest_problems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关联表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比赛-题目 M:N 关联表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contest_registrations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关联表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比赛-学生 M:N 报名表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Microsoft YaHei"/>
              </a:defRPr>
            </a:pPr>
            <a:r>
              <a:t>共 8 张业务表 + 3 视图 + 3 存储过程 + 2 触发器 = 16 个数据库对象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判题核心架构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判题流程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1. 学生提交代码 → Flask 写入 submissions 表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2. Flask subprocess.run() 调用 judge.exe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3. judge.exe 编译代码 (g++/gcc)：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· 失败 → Compile Error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4. 逐个运行测试用例：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· CreateProcess 创建子进程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· WaitForSingleObject 超时监控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· GetProcessMemoryInfo 内存监控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· GetExitCodeProcess 退出码检查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5. 逐行对比输出（忽略行尾空格）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6. 输出 JSON → Flask 解析 → 更新数据库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7. shutil.rmtree() 清理临时文件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评测状态 (10种)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Pending — 等待判题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Compiling — 编译中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Running — 运行中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Accepted — 通过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Wrong Answer — 答案错误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Compile Error — 编译错误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Time Limit Exceeded — 超时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Memory Limit Exceeded — 超内存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Runtime Error — 运行错误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System Error — 系统错误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支持语言：C / C++ / Python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判题程序 = 独立子进程，可扩展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比赛系统 &amp; 论坛模块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ACM 赛制比赛系统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管理员创建比赛：填写名称+时间+选题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学生报名（比赛开始前均可报名）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比赛进行中：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· 查看题目 + 在线提交代码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· 实时 ACM 排名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ACM 排名规则：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1. 通过题数 DESC（第一关键字）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2. 罚时 ASC（第二关键字）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罚时 = 首次AC时间 - 开始时间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    + 错误次数 × 20分钟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论坛模块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发布帖子：文本 + 图片 + 视频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文件上传：本地磁盘 static/uploads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支持格式：png/jpg/gif/bmp/mp4/webm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搜索功能：按用户ID搜索帖子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个人主页：查看ID + 发帖历史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管理员权限：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· 删除不当帖子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· 置顶/取消置顶帖子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· 置顶帖在列表最前显示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系统路由架构 (27条路由)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认证模块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 登录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/register 注册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/logout 退出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共 3 条路由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题目 &amp; 判题模块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/problem/&lt;id&gt;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/my/submissions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/submission/&lt;id&gt;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/problem/&lt;id&gt;/analysis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/ranking 成绩排名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共 5 条路由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274320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管理员模块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/admin/problems/create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/admin/problems/&lt;id&gt;/edit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/admin/problems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/admin/.../&lt;id&gt;/testdata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POST      /admin/.../testdata/batch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POST      /admin/testdata/&lt;id&gt;/delete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/admin/submissions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共 7 条路由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468880" cy="4846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比赛 &amp; 论坛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/contest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/contest/create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/contest/&lt;id&gt;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POST      /contest/&lt;id&gt;/register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/contest/&lt;id&gt;/ranking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/contest/&lt;id&gt;/problem/&lt;id&gt;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/forum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GET/POST  /forum/new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/forum/post/&lt;id&gt;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POST      /forum/post/&lt;id&gt;/delete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POST      /forum/post/&lt;id&gt;/pin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GET       /forum/user/&lt;id&gt;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共 12 条路由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 Bug 修复 &amp; 测试结果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Bug 修复记录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Bug 1: cmd.exe 引号解析 → C/C++ 提交始终 Runtime Error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原因：cmd.exe /c "path.exe" &lt; in &gt; out 首尾引号被剥离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修复：移除外层双引号，改为 path.exe &lt; "in" &gt; "out"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Bug 2: 中文 Flash 消息编码污染 → 提交后弹出乱码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原因：PowerShell 管道导致 \uXXXX 转义反斜杠丢失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修复：全部 28 处改用直接中文字符串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测试结果汇总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功能测试：16 项测试用例全部通过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TC01-04：登录注册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TC05-07：判题（AC/CE/TLE）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TC08：成绩排名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TC09-12：论坛发帖/搜索/管理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TC13-16：比赛创建/报名/判题/排名 ✓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端到端测试：所有 27 路由 200 OK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/>
          <a:lstStyle/>
          <a:p>
            <a:pPr algn="ctr">
              <a:defRPr sz="1800" b="1">
                <a:solidFill>
                  <a:srgbClr val="4361EE"/>
                </a:solidFill>
                <a:latin typeface="Microsoft YaHei"/>
              </a:defRPr>
            </a:pPr>
            <a:r>
              <a:t>系统部署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环境要求：Python 3.8+ | MySQL 8.0+ | MinGW-w64 (g++) | Flask 3.0+ | PyMySQL 1.1+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部署步骤：① mysql &lt; db/schema.sql  →  ② pip install -r requirements.txt  →  ③ g++ judge.cpp -o judge.exe  →  ④ python app.py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默认账号：admin/admin123（管理员） | student1/123456（学生1） | student2/123456（学生2）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8 张业务表 + 2 张多对多关联表，覆盖一对多、多对多全部语义关系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3 个聚合视图，封装学生成绩、题目难度、平台动态统计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3 个存储过程，含参数传递、多结果集返回、子查询嵌套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2 个行级触发器，实现自动化字段维护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C++ 判题核心，Win32 API 进程资源控制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ACM 赛制比赛系统，实时排名算法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论坛模块，图文视频多媒体支持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✓  27 条 RESTful 路由，RBAC 权限控制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6126480"/>
            <a:ext cx="3962095" cy="2743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BB"/>
                </a:solidFill>
                <a:latin typeface="Microsoft YaHei"/>
              </a:defRPr>
            </a:pPr>
            <a:r>
              <a:t>后续展望：异步判题队列 (Redis+Celery) | Docker 沙箱隔离 | 代码查重 | OAuth 登录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DD"/>
                </a:solidFill>
                <a:latin typeface="Microsoft YaHei"/>
              </a:defRPr>
            </a:pPr>
            <a:r>
              <a:t>OJ 在线判题平台 · 数据库课程设计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754880"/>
            <a:ext cx="3962095" cy="3657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Microsoft YaHei"/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